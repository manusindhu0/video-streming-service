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01168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PROD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8FAFC"/>
                </a:solidFill>
              </a:defRPr>
            </a:pPr>
            <a:r>
              <a:t>StreamHub</a:t>
            </a:r>
          </a:p>
          <a:p>
            <a:pPr>
              <a:spcBef>
                <a:spcPts val="800"/>
              </a:spcBef>
              <a:defRPr sz="2400" b="1">
                <a:solidFill>
                  <a:srgbClr val="F59E0B"/>
                </a:solidFill>
              </a:defRPr>
            </a:pPr>
            <a:r>
              <a:t>Scalable Video Streaming Service Backend &amp; Platform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Engineered with Node.js, Express, MongoDB Atlas, Upstash Redis &amp; Cloudinary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502920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4663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Project Lead: Manu Sindhu</a:t>
            </a:r>
          </a:p>
          <a:p>
            <a:pPr>
              <a:defRPr sz="1300">
                <a:solidFill>
                  <a:srgbClr val="34D399"/>
                </a:solidFill>
              </a:defRPr>
            </a:pPr>
            <a:r>
              <a:t>Full-Stack Backend System Architecture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Problem Statement &amp; Engineering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Why video streaming backends require a multi-tiered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8346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🚫 1. Large Media Bottleneck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Raw video files range from 50MB to 500MB+.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Storing raw video binaries in traditional databases (MongoDB/PostgreSQL) causes memory bloat and severe query degradation.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Requires specialized CDN media 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94560"/>
            <a:ext cx="28346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⚠️ 2. Server Thread Locking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Transcoding &amp; video processing are CPU-heavy tasks.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Running video processing synchronously on Express blocks the main event loop.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All incoming user requests freeze while a video uploads.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3832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94560"/>
            <a:ext cx="292608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⚡ 3. Race Conditions &amp; Scale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Concurrent likes, comments, and views can desync.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Duplicate subscriptions and double-liking require database-level constraints.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Need asynchronous queuing with Upstash Redis and BullMQ.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CORE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Technology Stack &amp; Specialized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Separation of concerns across specialized cloud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01168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⚙️ Express &amp; Node.js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Native ES Modules (import/export)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REST API routing &amp; lifecycle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Multer multipart handling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Rate limiting &amp; security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Global error middleware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1168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194560"/>
            <a:ext cx="201168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🗄️ MongoDB Atlas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Cloud document database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User, Video &amp; Comment schemas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Mongoose ODM integration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Pre-save password hooks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Multi-stage aggregation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201168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☁️ Cloudinary CDN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Global edge media delivery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High-throughput video hosting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Dynamic thumbnail extraction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Range-request streaming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Automatic format optimization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01168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2194560"/>
            <a:ext cx="201168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⚡ Upstash Redis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In-memory cloud Redis cluster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BullMQ background job broker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Producer-consumer pipeline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Zero server thread freeze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Exponential backoff retries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System Architecture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How client requests travel through the application layer to cloud providers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6634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🔄 Request Flow Pipeline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1. Client dispatches HTTP request (Browser / API Client).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2. Middleware Layer checks rate-limits, parses cookies &amp; verifies JWT tokens.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3. Multer temporarily buffers uploaded files to /public/temp/.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4. Controller initiates Cloudinary stream and wipes local temp file.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5. MongoDB stores video metadata, title, duration &amp; CDN URL.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6. BullMQ pushes a processing job into Redis queue.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7. Client receives standard ApiResponse { statusCode: 201, success: true }.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475488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🎯 Key Architectural Benefits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Zero Disk Leaks: Defensive fs.unlink ensures temporary media never fills server storage.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Non-blocking Execution: Long video processing is deferred to background Redis workers.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Edge Streaming: Videos stream directly from Cloudinary CDN, bypassing server bandwidth.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Consistent API Contracts: All responses conform to standard ApiError / ApiResponse formats.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Dual-Token JWT Authentication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Industrial-grade security with token rotation and bcrypt hashing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6634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🔒 Authentication Lifecycle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Bcrypt Hashing: Passwords encrypted using 10 salt rounds before write.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Short-Lived Access Token (1 Day): Signed with 256-bit secret, verifies user claims on every protected request.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Long-Lived Refresh Token (7 Days): Stored securely in database and HttpOnly cookie.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Token Rotation: Refreshing an access token revokes old refresh tokens, stopping stolen token replay attacks.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Rate-Limited Auth: Protected against brute-force (10 attempts / 15 mins).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475488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🛡️ Security Safeguards Implemented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HttpOnly &amp; SameSite Cookies: Shield tokens against XSS attacks.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CORS Protection: Controlled origin validation across environments.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JWT Verification Middleware: Reusable verifyJWT validates bearer tokens &amp; attaches req.user.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Error Masking: Global error handler hides database stack traces in production.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VIDEO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Video Ingestion &amp; Dynamic Keyframe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Zero-bottleneck video uploads with automated fallback thumbnails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6634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📤 Multipart Upload Strategy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High-Capacity Ingestion: Supports video files up to 500MB via Multer stream filtering.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Optional Thumbnail Engine: Users can upload custom thumbnails or leave blank.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Dynamic Frame Capture: If blank, Cloudinary dynamically extracts a frame from second 1 (.jpg URL replacement).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Clean Up Lifecycle: Automatic deletion of old thumbnails when replaced.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475488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🎬 Streaming &amp; Engagement Engine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HTML5 Range Requests: Streams via byte-range requests for instant seeking.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Atomic View Counter: Database view count incremented atomically using $inc.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Watch History Tracking: Video IDs pushed to user history array via $addToSet.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Interactive Video Player: Responsive HTML5 player with clean overlay controls.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Database Schema &amp; Complex Aggregations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Normalized document schemas with high-performance aggregation pipelines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6634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📊 Entity Relationships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User: Credentials, avatars, refresh tokens, watch history.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Video: CDN links, metadata, view counters, publication state.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Comment: Nested replies supported through self-referencing parent ID.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Like: Polymorphic association targeting either video or comment.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Subscription: Subscriber-to-channel graph relationships.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475488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⚡ Database Engine Constraints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Sparse Compound Unique Indexes: Guarantees a user can like a video or comment only once.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Subscription Deduplication: Prevents duplicate follower entries at the engine level.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Self-Subscription Guard: Application logic prohibits users subscribing to their own channel.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Aggregation Pipelines: Complex multi-stage $lookup joins for profile stats &amp; watch history.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BACKGROUND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Distributed Job Queues (Upstash Redis + BullMQ)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Decoupling CPU-heavy workloads from HTTP transaction lifecycles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6634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📨 BullMQ Producer (videoQueue.js)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Queue Name: video-processing running on Upstash Redis over TLS.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Job Enqueueing: Non-blocking add() method pushes task in sub-milliseconds.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Exponential Backoff: Automatic retry policy (3 attempts) on network interruption.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Job Cleanup: removeOnComplete keeps Redis memory footprint minimal.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475488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🛠️ BullMQ Worker (videoWorker.js)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Decoupled Worker Thread: Concurrency set to process 2 simultaneous jobs.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Status Synchronization: Updates MongoDB video state asynchronously.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Extensible Architecture: Pre-engineered stubs ready for FFmpeg HLS segmentation.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Zero HTTP Impact: Users never wait for transcoding to finish before upload confirmation.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Frontend Client Experience &amp;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YouTube-style dark interface embedded directly in Express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8346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🎨 Modern Dark UI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Tailwind CSS styling with responsive grid layout.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Category chips (Tech, Gaming, Music, Education).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Instant search by title or tags.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Channel avatar &amp; timestamp badges.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94560"/>
            <a:ext cx="28346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✨ Zero-Friction Auth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No browser alert() popups.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Smooth in-app toast notification system.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Instant auto-login immediately after account registration.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HttpOnly cookie sync.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3832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94560"/>
            <a:ext cx="292608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🍿 Interactive Media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Modal-based HTML5 video player.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Live Like / Unlike toggle with counter updates.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Subscribe / Unsubscribe state persistence.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Threaded comments &amp; reply posting.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DEPLOYMENT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Deployment Architecture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Production hosting strategy and upcoming platform milestones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6634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🚀 Production Hosting on Render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Render Web Service: Runs persistent Node.js runtime (no 4.5MB serverless limits).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Zero-Config Frontend: Serves public/ single-page app and REST API under a single unified domain.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Environment Variables: Encrypted cloud credentials for Atlas, Upstash &amp; Cloudinary.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Automatic CI/CD: Deploys directly on git push to 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475488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🔮 Future Enhancements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Adaptive Bitrate Streaming (ABR): HLS multi-bitrate transcode (360p, 720p, 1080p).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Atlas Full-Text Search: Lucene-based search index for autocomplete &amp; fuzzy matching.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WebSocket Push: Real-time notification system when subscribed channels release new content.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Analytics Dashboard: Creator studio tracking retention, watch hours &amp; demographics.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200" b="1">
                <a:solidFill>
                  <a:srgbClr val="EF4444"/>
                </a:solidFill>
              </a:defRPr>
            </a:pPr>
            <a:r>
              <a:t>StreamHub Video Streaming Service Architecture</a:t>
            </a:r>
          </a:p>
          <a:p>
            <a:pPr algn="ctr">
              <a:spcBef>
                <a:spcPts val="1600"/>
              </a:spcBef>
              <a:defRPr sz="1600">
                <a:solidFill>
                  <a:srgbClr val="94A3B8"/>
                </a:solidFill>
              </a:defRPr>
            </a:pPr>
            <a:r>
              <a:t>Open for Questions &amp; Technical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